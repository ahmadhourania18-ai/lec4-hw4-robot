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043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2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667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1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350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5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69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72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37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205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106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9539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2792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5152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338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518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87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093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227" y="2130425"/>
            <a:ext cx="7772400" cy="1470025"/>
          </a:xfrm>
        </p:spPr>
        <p:txBody>
          <a:bodyPr/>
          <a:lstStyle/>
          <a:p>
            <a:r>
              <a:rPr dirty="0"/>
              <a:t>Smart Robot - Advanced</a:t>
            </a:r>
          </a:p>
          <a:p>
            <a:r>
              <a:rPr dirty="0"/>
              <a:t>(CGL)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 Ahmad Hourania</a:t>
            </a:r>
          </a:p>
          <a:p>
            <a:r>
              <a:rPr dirty="0"/>
              <a:t>Instructor: Dr. Taha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dirty="0"/>
              <a:t>• تصميم روبوت تفاعلي باستخدام OpenGL</a:t>
            </a:r>
          </a:p>
          <a:p>
            <a:pPr algn="r" rtl="1"/>
            <a:r>
              <a:rPr dirty="0"/>
              <a:t>• استخدام مستطيلات مرسومة عبر VBO و EBO</a:t>
            </a:r>
          </a:p>
          <a:p>
            <a:pPr algn="r" rtl="1"/>
            <a:r>
              <a:rPr dirty="0"/>
              <a:t>• إضافة حركات ديناميكية:</a:t>
            </a:r>
          </a:p>
          <a:p>
            <a:pPr algn="r" rtl="1"/>
            <a:r>
              <a:rPr dirty="0"/>
              <a:t>   - رمش العين (Blinking)</a:t>
            </a:r>
          </a:p>
          <a:p>
            <a:pPr algn="r" rtl="1"/>
            <a:r>
              <a:rPr dirty="0"/>
              <a:t>   - حركة البؤبؤ مع الماوس</a:t>
            </a:r>
          </a:p>
          <a:p>
            <a:pPr algn="r" rtl="1"/>
            <a:r>
              <a:rPr dirty="0"/>
              <a:t>   - حركة الفم باستخدام دالة جيبية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GLFW → إنشاء النافذة وإدارة الإدخال</a:t>
            </a:r>
          </a:p>
          <a:p>
            <a:r>
              <a:rPr dirty="0"/>
              <a:t>• GLEW → إدارة دوال OpenGL الحديثة</a:t>
            </a:r>
          </a:p>
          <a:p>
            <a:r>
              <a:rPr dirty="0"/>
              <a:t>• Vertex &amp; Fragment Shaders</a:t>
            </a:r>
          </a:p>
          <a:p>
            <a:r>
              <a:rPr dirty="0"/>
              <a:t>• VAO / VBO / EBO</a:t>
            </a:r>
          </a:p>
          <a:p>
            <a:r>
              <a:rPr dirty="0"/>
              <a:t>• Uniform Variables للتحكم بالحركة واللون</a:t>
            </a:r>
          </a:p>
          <a:p>
            <a:r>
              <a:rPr dirty="0"/>
              <a:t>• glfwGetTime() للحركة الزمنية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45053"/>
            <a:ext cx="7429499" cy="1021746"/>
          </a:xfrm>
        </p:spPr>
        <p:txBody>
          <a:bodyPr/>
          <a:lstStyle/>
          <a:p>
            <a:pPr algn="r"/>
            <a:r>
              <a:rPr dirty="0"/>
              <a:t>Animation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060" y="948588"/>
            <a:ext cx="7843689" cy="2624171"/>
          </a:xfrm>
        </p:spPr>
        <p:txBody>
          <a:bodyPr>
            <a:noAutofit/>
          </a:bodyPr>
          <a:lstStyle/>
          <a:p>
            <a:pPr algn="r" rtl="1"/>
            <a:r>
              <a:rPr sz="2800" dirty="0"/>
              <a:t>1) رمش العين:</a:t>
            </a:r>
          </a:p>
          <a:p>
            <a:pPr algn="r" rtl="1"/>
            <a:r>
              <a:rPr sz="2800" dirty="0"/>
              <a:t>   باستخدام fmod(time, BLINK_INTERVAL)</a:t>
            </a:r>
          </a:p>
          <a:p>
            <a:pPr algn="r" rtl="1"/>
            <a:r>
              <a:rPr sz="2800" dirty="0"/>
              <a:t>   يتم تصغير Scale لمحور Y مؤقتاً.</a:t>
            </a:r>
          </a:p>
          <a:p>
            <a:pPr marL="0" indent="0" algn="r" rtl="1">
              <a:buNone/>
            </a:pPr>
            <a:r>
              <a:rPr sz="2800" dirty="0"/>
              <a:t>2) حركة البؤبؤ:</a:t>
            </a:r>
          </a:p>
          <a:p>
            <a:pPr algn="r" rtl="1"/>
            <a:r>
              <a:rPr sz="2800" dirty="0"/>
              <a:t>   حساب الفرق بين mouse position وموقع العين.</a:t>
            </a:r>
          </a:p>
          <a:p>
            <a:pPr algn="r" rtl="1"/>
            <a:r>
              <a:rPr sz="2800" dirty="0"/>
              <a:t>   ضربه بعامل تحكم (PUPIL_MOVE_FACTOR).</a:t>
            </a:r>
          </a:p>
          <a:p>
            <a:pPr algn="r" rtl="1"/>
            <a:r>
              <a:rPr sz="2800" dirty="0"/>
              <a:t>3) حركة الفم:</a:t>
            </a:r>
          </a:p>
          <a:p>
            <a:pPr algn="r" rtl="1"/>
            <a:r>
              <a:rPr sz="2800" dirty="0"/>
              <a:t>   استخدام sin(time * 2.0f) لإعطاء حركة دورية.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• مشكلة تشوه الأشكال → تم حلها عبر aspect ratio uniform.</a:t>
            </a:r>
          </a:p>
          <a:p>
            <a:pPr algn="l"/>
            <a:r>
              <a:rPr dirty="0"/>
              <a:t>• مزامنة الرمش مع الزمن → استخدام glfwGetTime().</a:t>
            </a:r>
          </a:p>
          <a:p>
            <a:pPr algn="l"/>
            <a:r>
              <a:rPr dirty="0"/>
              <a:t>• منع خروج البؤبؤ خارج العين → تقليل معامل الحركة.</a:t>
            </a:r>
          </a:p>
          <a:p>
            <a:pPr algn="l"/>
            <a:r>
              <a:rPr dirty="0"/>
              <a:t>• إدارة الذاكرة → حذف VAO و VBO و EBO بعد الانتهاء.</a:t>
            </a:r>
            <a:endParaRPr lang="ar-AE" dirty="0"/>
          </a:p>
          <a:p>
            <a:pPr algn="l"/>
            <a:r>
              <a:rPr lang="ar-AE" dirty="0"/>
              <a:t>")عدم وجود قيود تصادم </a:t>
            </a:r>
            <a:r>
              <a:rPr lang="en-US" dirty="0"/>
              <a:t>Collision Bounds) </a:t>
            </a:r>
            <a:r>
              <a:rPr lang="ar-AE" dirty="0"/>
              <a:t>بين البؤبؤ وحدود العين الزرقاء."</a:t>
            </a:r>
            <a:r>
              <a:rPr lang="en-US" dirty="0"/>
              <a:t> →</a:t>
            </a:r>
            <a:r>
              <a:rPr lang="ar-AE" dirty="0"/>
              <a:t>  لم اجد لها حل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22</TotalTime>
  <Words>230</Words>
  <Application>Microsoft Office PowerPoint</Application>
  <PresentationFormat>On-screen Show (4:3)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Smart Robot - Advanced (CGL)</vt:lpstr>
      <vt:lpstr>Project Idea</vt:lpstr>
      <vt:lpstr>Technologies Used</vt:lpstr>
      <vt:lpstr>Animation Mechanism</vt:lpstr>
      <vt:lpstr>Challenges &amp; Solutions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Robot - Advanced Computer Graphics (CGL)</dc:title>
  <dc:subject/>
  <dc:creator>Ahmad</dc:creator>
  <cp:keywords/>
  <dc:description>generated using python-pptx</dc:description>
  <cp:lastModifiedBy>أحمد حورانية</cp:lastModifiedBy>
  <cp:revision>4</cp:revision>
  <dcterms:created xsi:type="dcterms:W3CDTF">2013-01-27T09:14:16Z</dcterms:created>
  <dcterms:modified xsi:type="dcterms:W3CDTF">2026-02-27T19:01:07Z</dcterms:modified>
  <cp:category/>
</cp:coreProperties>
</file>